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9728" cy="3566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Plus Jakarta Sans"/>
              </a:defRPr>
            </a:pPr>
            <a:r>
              <a:t>AAHAAR</a:t>
            </a:r>
          </a:p>
          <a:p>
            <a:pPr>
              <a:spcBef>
                <a:spcPts val="800"/>
              </a:spcBef>
              <a:defRPr sz="2000" b="1">
                <a:solidFill>
                  <a:srgbClr val="F97316"/>
                </a:solidFill>
                <a:latin typeface="Plus Jakarta Sans"/>
              </a:defRPr>
            </a:pPr>
            <a:r>
              <a:t>Smart Food Donation &amp; Distribution Platform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Plus Jakarta Sans"/>
              </a:defRPr>
            </a:pPr>
            <a:r>
              <a:t>Mini Project Presentation | Department of CSE (Data Science) | ABES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144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Plus Jakarta Sans"/>
              </a:defRPr>
            </a:pPr>
            <a:r>
              <a:t>Prepared By: Group G-29 | Santosh Patel &amp; Team</a:t>
            </a:r>
          </a:p>
          <a:p>
            <a:pPr>
              <a:spcBef>
                <a:spcPts val="400"/>
              </a:spcBef>
              <a:defRPr sz="1250">
                <a:solidFill>
                  <a:srgbClr val="475569"/>
                </a:solidFill>
                <a:latin typeface="Plus Jakarta Sans"/>
              </a:defRPr>
            </a:pPr>
            <a:r>
              <a:t>Project Guide: CSE Dept. Faculty Coordinator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Plus Jakarta Sans"/>
              </a:defRPr>
            </a:pPr>
            <a:r>
              <a:t>SECTION 01: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Problem Statement &amp;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Plus Jakarta Sans"/>
              </a:defRPr>
            </a:pPr>
            <a:r>
              <a:t>AAHAAR ENTERPRISE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3525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44805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Plus Jakarta Sans"/>
              </a:defRPr>
            </a:pPr>
            <a:r>
              <a:t>Key Operational Challenges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Huge amount of food wasted daily in banquets, hotels, and corporate environments.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NGOs struggle to coordinate pickups due to poor communication models.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No real-time tracking of food status, resulting in decay or logistics disputes.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Lack of transparency and verified systems causes donor trust deficit.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No financial value conversion or Section 80G tax benefit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Plus Jakarta Sans"/>
              </a:defRPr>
            </a:pPr>
            <a:r>
              <a:t>Traditional Food Loss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468880"/>
            <a:ext cx="246888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1. Restaurants &amp; Banquets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641080" y="3200400"/>
            <a:ext cx="365760" cy="27432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0" y="3566160"/>
            <a:ext cx="2468880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2. Unutilized Food Waste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641080" y="4297680"/>
            <a:ext cx="365760" cy="27432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0" y="4663440"/>
            <a:ext cx="2468880" cy="6400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3. Underprivileged Citizens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Plus Jakarta Sans"/>
              </a:defRPr>
            </a:pPr>
            <a:r>
              <a:t>SECTION 01: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Proposed Solution: AAHAAR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Plus Jakarta Sans"/>
              </a:defRPr>
            </a:pPr>
            <a:r>
              <a:t>AAHAAR ENTERPRISE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73152" cy="43525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44805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Plus Jakarta Sans"/>
              </a:defRPr>
            </a:pPr>
            <a:r>
              <a:t>Aahaar Core Architecture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A unified web application bridging the gap between food donors and NGOs.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Role-Based Dashboards: Custom panels for Donors, NGOs, Admin, and Volunteer riders.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QR Handshake: Verification system prevents delivery disputes and guarantees arrival.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Real-time Notifications: Socket.IO handles live updates while Firebase manages background push alerts.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•  Exemption certificates: Automatically calculates Section 80G tax deductions.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Plus Jakarta Sans"/>
              </a:defRPr>
            </a:pPr>
            <a:r>
              <a:t>Target Platform Stakeholders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560320"/>
            <a:ext cx="219456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150">
                <a:solidFill>
                  <a:srgbClr val="2563EB"/>
                </a:solidFill>
              </a:defRPr>
            </a:pPr>
            <a:r>
              <a:t>Donors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Restaurants, hotels, &amp; caterers listing excess food.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560320"/>
            <a:ext cx="219456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150">
                <a:solidFill>
                  <a:srgbClr val="16A34A"/>
                </a:solidFill>
              </a:defRPr>
            </a:pPr>
            <a:r>
              <a:t>NGO Partners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Verified local non-profits claiming &amp; feeding.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389120"/>
            <a:ext cx="219456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150">
                <a:solidFill>
                  <a:srgbClr val="F97316"/>
                </a:solidFill>
              </a:defRPr>
            </a:pPr>
            <a:r>
              <a:t>Volunteers / Riders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Logistics coordinators handling physical transfer.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4389120"/>
            <a:ext cx="219456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150">
                <a:solidFill>
                  <a:srgbClr val="0F172A"/>
                </a:solidFill>
              </a:defRPr>
            </a:pPr>
            <a:r>
              <a:t>System Admins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Vetting credentials &amp; validating compliance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Plus Jakarta Sans"/>
              </a:defRPr>
            </a:pPr>
            <a:r>
              <a:t>SECTION 02: 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System Workflow Process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Plus Jakarta Sans"/>
              </a:defRPr>
            </a:pPr>
            <a:r>
              <a:t>AAHAAR ENTERPRISE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1945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1. Donor Listing</a:t>
            </a:r>
          </a:p>
          <a:p>
            <a:pPr algn="ctr">
              <a:spcBef>
                <a:spcPts val="300"/>
              </a:spcBef>
              <a:defRPr sz="900">
                <a:solidFill>
                  <a:srgbClr val="475569"/>
                </a:solidFill>
              </a:defRPr>
            </a:pPr>
            <a:r>
              <a:t>Donor posts surplus food details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17520" y="2286000"/>
            <a:ext cx="36576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1945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2. Verification Alert</a:t>
            </a:r>
          </a:p>
          <a:p>
            <a:pPr algn="ctr">
              <a:spcBef>
                <a:spcPts val="300"/>
              </a:spcBef>
              <a:defRPr sz="900">
                <a:solidFill>
                  <a:srgbClr val="475569"/>
                </a:solidFill>
              </a:defRPr>
            </a:pPr>
            <a:r>
              <a:t>Admin approves; alert dispatched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60720" y="2286000"/>
            <a:ext cx="36576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1945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3. NGO Allocation</a:t>
            </a:r>
          </a:p>
          <a:p>
            <a:pPr algn="ctr">
              <a:spcBef>
                <a:spcPts val="300"/>
              </a:spcBef>
              <a:defRPr sz="900">
                <a:solidFill>
                  <a:srgbClr val="475569"/>
                </a:solidFill>
              </a:defRPr>
            </a:pPr>
            <a:r>
              <a:t>NGO claims allocation slots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503920" y="2286000"/>
            <a:ext cx="36576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0" y="1828800"/>
            <a:ext cx="21945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4. Rider Assignment</a:t>
            </a:r>
          </a:p>
          <a:p>
            <a:pPr algn="ctr">
              <a:spcBef>
                <a:spcPts val="300"/>
              </a:spcBef>
              <a:defRPr sz="900">
                <a:solidFill>
                  <a:srgbClr val="475569"/>
                </a:solidFill>
              </a:defRPr>
            </a:pPr>
            <a:r>
              <a:t>Volunteer / Rider coordinates transport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875520" y="3108960"/>
            <a:ext cx="274320" cy="9144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0" y="4114800"/>
            <a:ext cx="21945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5. Handshake Pickup</a:t>
            </a:r>
          </a:p>
          <a:p>
            <a:pPr algn="ctr">
              <a:spcBef>
                <a:spcPts val="300"/>
              </a:spcBef>
              <a:defRPr sz="900">
                <a:solidFill>
                  <a:srgbClr val="475569"/>
                </a:solidFill>
              </a:defRPr>
            </a:pPr>
            <a:r>
              <a:t>Rider physically arrives at site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503920" y="4572000"/>
            <a:ext cx="365760" cy="27432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21945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6. QR Verification</a:t>
            </a:r>
          </a:p>
          <a:p>
            <a:pPr algn="ctr">
              <a:spcBef>
                <a:spcPts val="300"/>
              </a:spcBef>
              <a:defRPr sz="900">
                <a:solidFill>
                  <a:srgbClr val="475569"/>
                </a:solidFill>
              </a:defRPr>
            </a:pPr>
            <a:r>
              <a:t>Donor scans rider's dynamic QR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760720" y="4572000"/>
            <a:ext cx="365760" cy="27432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0" y="4114800"/>
            <a:ext cx="21945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7. Safe Delivery</a:t>
            </a:r>
          </a:p>
          <a:p>
            <a:pPr algn="ctr">
              <a:spcBef>
                <a:spcPts val="300"/>
              </a:spcBef>
              <a:defRPr sz="900">
                <a:solidFill>
                  <a:srgbClr val="475569"/>
                </a:solidFill>
              </a:defRPr>
            </a:pPr>
            <a:r>
              <a:t>Food delivered to NGO shelters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017520" y="4572000"/>
            <a:ext cx="365760" cy="27432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114800"/>
            <a:ext cx="21945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8. 80G Tax Shield</a:t>
            </a:r>
          </a:p>
          <a:p>
            <a:pPr algn="ctr">
              <a:spcBef>
                <a:spcPts val="300"/>
              </a:spcBef>
              <a:defRPr sz="900">
                <a:solidFill>
                  <a:srgbClr val="475569"/>
                </a:solidFill>
              </a:defRPr>
            </a:pPr>
            <a:r>
              <a:t>Section 80G tax PDF dispatched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Plus Jakarta Sans"/>
              </a:defRPr>
            </a:pPr>
            <a:r>
              <a:t>SECTION 02: 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System Architecture &amp; Communications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Plus Jakarta Sans"/>
              </a:defRPr>
            </a:pPr>
            <a:r>
              <a:t>AAHAAR ENTERPRISE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1645920"/>
            <a:ext cx="29260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250">
                <a:solidFill>
                  <a:srgbClr val="2563EB"/>
                </a:solidFill>
              </a:defRPr>
            </a:pPr>
            <a:r>
              <a:t>Presentation Layer (Client)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▪  React Web Application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▪  Tailwind CSS Layouts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▪  Socket.IO 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645920"/>
            <a:ext cx="29260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250">
                <a:solidFill>
                  <a:srgbClr val="16A34A"/>
                </a:solidFill>
              </a:defRPr>
            </a:pPr>
            <a:r>
              <a:t>Application Layer (Server)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▪  Node.js API Endpoint Server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▪  Express Route Controllers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▪  JWT Token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645920"/>
            <a:ext cx="29260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250">
                <a:solidFill>
                  <a:srgbClr val="F97316"/>
                </a:solidFill>
              </a:defRPr>
            </a:pPr>
            <a:r>
              <a:t>Resource Layer (Storage)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▪  MongoDB Atlas Database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▪  Cloudinary Media Assets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▪  On-Chain Log Ledger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43400" y="2926080"/>
            <a:ext cx="27432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635240" y="2926080"/>
            <a:ext cx="27432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5120640"/>
            <a:ext cx="95097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Omni-channel Notification Engine Gateway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Live Screen Synchronization (Socket.IO)    • Background Mobile Alerts (Firebase FCM)    • Transactional SMTP (Email Receipts)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9320" y="4892040"/>
            <a:ext cx="182880" cy="210312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Plus Jakarta Sans"/>
              </a:defRPr>
            </a:pPr>
            <a:r>
              <a:t>SECTION 03: PLATFORM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Key Platform Features &amp;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Plus Jakarta Sans"/>
              </a:defRPr>
            </a:pPr>
            <a:r>
              <a:t>AAHAAR ENTERPRISE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0312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65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User Authentication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468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210312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1965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Food Donation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468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210312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965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NGO Vetting 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468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0" y="210312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965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Admin 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00400"/>
            <a:ext cx="2468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65760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3520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Rider Coordination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3200400"/>
            <a:ext cx="2468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57600" y="365760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3520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Live Notifications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00400"/>
            <a:ext cx="2468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0" y="365760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520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QR Code Verification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3200400"/>
            <a:ext cx="2468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365760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3520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Real-Time Tracking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754880"/>
            <a:ext cx="2468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" y="521208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074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80G Tax Certificates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0" y="4754880"/>
            <a:ext cx="2468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57600" y="521208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6200" y="5074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Visual Analytics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754880"/>
            <a:ext cx="2468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800" y="521208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5074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Secure Login Sync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1120" y="4754880"/>
            <a:ext cx="2468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144000" y="5212080"/>
            <a:ext cx="137160" cy="1371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5074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Mobile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Plus Jakarta Sans"/>
              </a:defRPr>
            </a:pPr>
            <a:r>
              <a:t>SECTION 03: TECHNICAL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Technology Stack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Plus Jakarta Sans"/>
              </a:defRPr>
            </a:pPr>
            <a:r>
              <a:t>AAHAAR ENTERPRISE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0116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01168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✔  React.js Library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✔  Tailwind CSS Framework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✔  JavaScript (ES6+)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1645920"/>
            <a:ext cx="20116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7791" y="1645920"/>
            <a:ext cx="201168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1" y="1755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1" y="246888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✔  Node.js Runtime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✔  Express API Controllers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✔  JSON Web Tokens (JWT)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645920"/>
            <a:ext cx="20116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4064" y="1645920"/>
            <a:ext cx="201168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4064" y="1755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46888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✔  MongoDB Atlas Store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✔  Cloudinary Assets Store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✔  On-Chain Log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1645920"/>
            <a:ext cx="20116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0336" y="1645920"/>
            <a:ext cx="201168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0336" y="1755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COMMUNICATIONS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7496" y="246888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✔  Socket.IO Engine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✔  Firebase Push (FCM)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✔  Nodemailer SMTP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6608" y="1645920"/>
            <a:ext cx="20116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36608" y="1645920"/>
            <a:ext cx="2011680" cy="5486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6608" y="1755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3768" y="246888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✔  Vercel Frontend Host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✔  Render Backend API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</a:defRPr>
            </a:pPr>
            <a:r>
              <a:t>✔  GitHub Collaboration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Plus Jakarta Sans"/>
              </a:defRPr>
            </a:pPr>
            <a:r>
              <a:t>SECTION 04: PROJECT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Future Scope &amp; Innovations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Plus Jakarta Sans"/>
              </a:defRPr>
            </a:pPr>
            <a:r>
              <a:t>AAHAAR ENTERPRISE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1920240"/>
            <a:ext cx="73152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87452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AI Demand Prediction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Forecasting surplus patterns using neural network classifiers.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920240"/>
            <a:ext cx="73152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87452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Route Optimization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Calculating shortest transit corridors for volunteer drivers.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920240"/>
            <a:ext cx="73152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87452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Blockchain Log Ledger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Implementing fully decentralized Polygon smart contract ledger.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4206240"/>
            <a:ext cx="73152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16052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CSR Portal Integration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Helping corporations claim Section 135 ESG compliance offsets.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4206240"/>
            <a:ext cx="73152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416052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UPI Donation Gateway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Enabling cash contributions to cover NGO operational costs.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4206240"/>
            <a:ext cx="73152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16052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Mobile Applications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Building dedicated Android and iOS native mobile clients.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Plus Jakarta Sans"/>
              </a:defRPr>
            </a:pPr>
            <a:r>
              <a:t>SECTION 04: PROJECT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Expected Outcomes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Plus Jakarta Sans"/>
              </a:defRPr>
            </a:pPr>
            <a:r>
              <a:t>AAHAAR ENTERPRISE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8745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Food Waste Reduction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Minimizing organic dump rotting by redirecting food in under 4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1920240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8745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Accelerated Logistics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Location matching and push alerts speed up NGO arrival rates.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192024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18745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Audit-Ready Verification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Tamper-proof digital certificates ensure zero delivery fraud.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4206240"/>
            <a:ext cx="365760" cy="36576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1605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Real-Time Transparency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Live tracking logs allow donors to observe receipt status.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63440" y="42062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41605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Secured Tax Exemption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Generates verified Section 80G tax benefit files automatically.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21040" y="4206240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41605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Community Resilience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Directly feeds underprivileged neighborhoods near donation hubs.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Plus Jakarta Sans"/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F97316"/>
                </a:solidFill>
                <a:latin typeface="Plus Jakarta Sans"/>
              </a:defRPr>
            </a:pPr>
            <a:r>
              <a:t>Questions &amp; Discussions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400">
                <a:solidFill>
                  <a:srgbClr val="FFFFFF"/>
                </a:solidFill>
              </a:defRPr>
            </a:pPr>
            <a:r>
              <a:t>Email Contact: santosh.patel@abes.ac.in</a:t>
            </a:r>
          </a:p>
          <a:p>
            <a:pPr algn="ctr">
              <a:spcAft>
                <a:spcPts val="1200"/>
              </a:spcAft>
              <a:defRPr sz="1300">
                <a:solidFill>
                  <a:srgbClr val="475569"/>
                </a:solidFill>
              </a:defRPr>
            </a:pPr>
            <a:r>
              <a:t>GitHub Repository: github.com/Santoshpatel112/Aahaar</a:t>
            </a:r>
          </a:p>
          <a:p>
            <a:pPr algn="ctr">
              <a:defRPr sz="1300">
                <a:solidFill>
                  <a:srgbClr val="475569"/>
                </a:solidFill>
              </a:defRPr>
            </a:pPr>
            <a:r>
              <a:t>LinkedIn Profile: linkedin.com/in/santoshpatel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ABES Engineering College  •  Mini Project Evaluation  •  Group G-29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