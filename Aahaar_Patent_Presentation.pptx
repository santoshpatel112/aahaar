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" cy="3566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Plus Jakarta Sans"/>
              </a:defRPr>
            </a:pPr>
            <a:r>
              <a:t>AAHAAR</a:t>
            </a:r>
          </a:p>
          <a:p>
            <a:pPr>
              <a:spcBef>
                <a:spcPts val="800"/>
              </a:spcBef>
              <a:defRPr sz="1900" b="1">
                <a:solidFill>
                  <a:srgbClr val="F97316"/>
                </a:solidFill>
                <a:latin typeface="Plus Jakarta Sans"/>
              </a:defRPr>
            </a:pPr>
            <a:r>
              <a:t>Zero Waste. Zero Hunger. Fully Verified.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Plus Jakarta Sans"/>
              </a:defRPr>
            </a:pPr>
            <a:r>
              <a:t>A Unified B2B SaaS Enterprise Ecosystem Orchestrating Surplus Redirection, Cryptographic Verification, and Compliance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Plus Jakarta Sans"/>
              </a:defRPr>
            </a:pPr>
            <a:r>
              <a:t>Presenter: Santosh Patel | Department of Computer Science &amp; Engineering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ABES Engineering College | Spark Fellowship Selection Challenge</a:t>
            </a:r>
          </a:p>
          <a:p>
            <a:pPr>
              <a:spcBef>
                <a:spcPts val="800"/>
              </a:spcBef>
              <a:defRPr sz="1050" i="1">
                <a:solidFill>
                  <a:srgbClr val="F97316"/>
                </a:solidFill>
                <a:latin typeface="Plus Jakarta Sans"/>
              </a:defRPr>
            </a:pPr>
            <a:r>
              <a:t>IP Status: Patent-Pending Technology (System &amp; Method for Secure Real-time Surplus Logistics Verification)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01: 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The Food Waste &amp; Trust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haar_versus_tra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4630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73152" cy="43525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Solving the Operational Bottlenecks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Traditional charity networks rely on manual entries, leading to data manipulation and food loss.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Lack of proof-of-delivery creates verification disputes between donors and NGOs.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Direct food donations typically fail to secure Section 80G corporate tax benefits.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Aahaar resolves these limitations with blockchain trust, QR verification, and structured tax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01: 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Aahaar Platform Ecosystem Mind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haar_mindmap_re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4630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73152" cy="43525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Core Ecosystem Connections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Donors: Corporate offices, hotels, and event venues list surplus food on the portal.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Secure Handshake: Dual-party QR validation rules out pickup and transit delivery disputes.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Verified NGOs: Credentials checked via administrative gates and managed by EVM DAO.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Impact Incentives: Pre-populated Section 80G tax benefit files and live ESG carbon indexes.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02: LOGISTICS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Zero-Leakage Handshake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haar_trust_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4630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73152" cy="43525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Proof of Physical Delivery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System generates a dynamic QR code and 6-digit OTP code when claims are approved.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NGO rider displays the QR code at the physical pickup site to verify arrival coordinates.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Donor scans the QR code to sign off the transaction and commit verification to the blockchain.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Solidity smart contract marks completion, awarding reputation scores on-chain.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03: COMPLIANCE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Automated Tax Benefit 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haar_tax_exe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4630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73152" cy="43525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50% Tax Exemption Protocol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System converts food category and weight weights into fair procurement values.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Enables corporate donors to legally claim a 50% Section 80G tax deduction.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Generates compliant, watermarked PDF certificates containing smart smartphone-scannable QR verification.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Verification receipts are locked until admin verifies donor credentials to prevent fraud.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03: COMPLIANCE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Real-Time Environmental &amp; Carbon Offsets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haar_esg_car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4630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73152" cy="43525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ESG Footprint Tracking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Diverting organic waste from landfills avoids anaerobic methane emissions.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Applies scientific offset models: 2.5 kg CO₂ reduction per kg of surplus food rescued.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Translates carbon numbers into mature tree equivalents (22 kg CO₂/tree/year).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Prepares clean, board-ready sustainability metrics for annual CSR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04: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Proposed System Architecture &amp;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posed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4630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73152" cy="43525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Notification &amp; Event Listeners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Socket.IO connection feeds real-time updates directly to admin and user dashboards.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Firebase Cloud Messaging (FCM) drives offline alerts to browser tabs.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Twilio SMS gateway sends immediate OTP codes to logistics drivers.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Node.js background event listener synchronizes EVM smart contract logs to MongoDB.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AAHAAR: DIGITIZING TRUST, FEEDING LIVES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97316"/>
                </a:solidFill>
                <a:latin typeface="Plus Jakarta Sans"/>
              </a:defRPr>
            </a:pPr>
            <a:r>
              <a:t>Together, We Can Eliminate Food Waste, Empower Communities, and Build a Sustainable Future.</a:t>
            </a:r>
          </a:p>
          <a:p>
            <a:pPr algn="ctr">
              <a:spcBef>
                <a:spcPts val="800"/>
              </a:spcBef>
              <a:defRPr sz="1250" b="1">
                <a:solidFill>
                  <a:srgbClr val="22C55E"/>
                </a:solidFill>
                <a:latin typeface="Plus Jakarta Sans"/>
              </a:defRPr>
            </a:pPr>
            <a:r>
              <a:t>AAHAAR — Feeding People. Empowering NGOs. Transforming CSR. Protecting the Planet.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4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ctr">
              <a:spcBef>
                <a:spcPts val="1000"/>
              </a:spcBef>
              <a:defRPr sz="1250">
                <a:solidFill>
                  <a:srgbClr val="FFFFFF"/>
                </a:solidFill>
                <a:latin typeface="Plus Jakarta Sans"/>
              </a:defRPr>
            </a:pPr>
            <a:r>
              <a:t>Enterprise Utility: Complete SaaS solution addressing corporate CSR and green ESG targets.</a:t>
            </a:r>
          </a:p>
          <a:p>
            <a:pPr algn="ctr">
              <a:spcBef>
                <a:spcPts val="1000"/>
              </a:spcBef>
              <a:defRPr sz="1250">
                <a:solidFill>
                  <a:srgbClr val="FFFFFF"/>
                </a:solidFill>
                <a:latin typeface="Plus Jakarta Sans"/>
              </a:defRPr>
            </a:pPr>
            <a:r>
              <a:t>Operational Codebase: Deployed system integrating Express APIs, Socket.IO, and Solidity contracts.</a:t>
            </a:r>
          </a:p>
          <a:p>
            <a:pPr algn="ctr">
              <a:spcBef>
                <a:spcPts val="1000"/>
              </a:spcBef>
              <a:defRPr sz="1250">
                <a:solidFill>
                  <a:srgbClr val="FFFFFF"/>
                </a:solidFill>
                <a:latin typeface="Plus Jakarta Sans"/>
              </a:defRPr>
            </a:pPr>
            <a:r>
              <a:t>Call to Action: Inviting foundations (like Reliance Foundation) and enterprise leaders to partner.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ABES Engineering College  •  Investor Pitch  •  Contact: santosh.patel@abes.ac.in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